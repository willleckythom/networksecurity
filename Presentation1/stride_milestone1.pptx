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64008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Project — Milestone 1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Analysis · VPN · Firewall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0"/>
            <a:ext cx="32004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546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Fernandez Ojeda Franklin (000541971)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Lecky-Thompson William (000613648)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Aleksandra (000569128)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Rafaat Moheeb Eskandar Abanoub (000567614)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663440"/>
            <a:ext cx="1828800" cy="3017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6634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INFO-H303 · ULB ·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Topology — No VPN / No Firewall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377440" cy="3474720"/>
          </a:xfrm>
          <a:prstGeom prst="rect">
            <a:avLst/>
          </a:prstGeom>
          <a:solidFill>
            <a:srgbClr val="FFE8E8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INTERNET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868680"/>
            <a:ext cx="2377440" cy="3474720"/>
          </a:xfrm>
          <a:prstGeom prst="rect">
            <a:avLst/>
          </a:prstGeom>
          <a:solidFill>
            <a:srgbClr val="E8F4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0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OFFICE NETWORK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868680"/>
            <a:ext cx="3017520" cy="3474720"/>
          </a:xfrm>
          <a:prstGeom prst="rect">
            <a:avLst/>
          </a:prstGeom>
          <a:solidFill>
            <a:srgbClr val="EFFFE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868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SERVER NETWORK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100584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463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54480" y="1463040"/>
            <a:ext cx="10058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54480" y="1463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2960" y="2377440"/>
            <a:ext cx="7315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774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1417320"/>
            <a:ext cx="7315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417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2331720"/>
            <a:ext cx="91440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5468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PC-1 (IT)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06240" y="2331720"/>
            <a:ext cx="91440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PC-2 (HR)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1417320"/>
            <a:ext cx="7315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417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2331720"/>
            <a:ext cx="10972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(NGINX)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06640" y="2331720"/>
            <a:ext cx="10972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06640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(NGINX)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79192" y="2628900"/>
            <a:ext cx="338328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22392" y="2628900"/>
            <a:ext cx="338328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572000"/>
            <a:ext cx="8503920" cy="384048"/>
          </a:xfrm>
          <a:prstGeom prst="rect">
            <a:avLst/>
          </a:prstGeom>
          <a:solidFill>
            <a:srgbClr val="FFF3CD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5720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firewall · No VPN · No access control — all traffic flows freely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Model — 5 Selected Attacks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502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822960"/>
            <a:ext cx="1645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822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Type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822960"/>
            <a:ext cx="33832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822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822960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22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822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822960"/>
            <a:ext cx="502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822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95160" y="822960"/>
            <a:ext cx="9601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8229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188720"/>
            <a:ext cx="502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188720"/>
            <a:ext cx="502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1188720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188720"/>
            <a:ext cx="1645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1188720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1188720"/>
            <a:ext cx="338328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PC → Servers (no firewall)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60720" y="1188720"/>
            <a:ext cx="36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188720"/>
            <a:ext cx="365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188720"/>
            <a:ext cx="36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188720"/>
            <a:ext cx="365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1188720"/>
            <a:ext cx="502920" cy="530352"/>
          </a:xfrm>
          <a:prstGeom prst="rect">
            <a:avLst/>
          </a:prstGeom>
          <a:solidFill>
            <a:srgbClr val="C0392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188720"/>
            <a:ext cx="502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95160" y="1188720"/>
            <a:ext cx="960120" cy="530352"/>
          </a:xfrm>
          <a:prstGeom prst="rect">
            <a:avLst/>
          </a:prstGeom>
          <a:solidFill>
            <a:srgbClr val="C0392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188720"/>
            <a:ext cx="9601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1755648"/>
            <a:ext cx="50292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1755648"/>
            <a:ext cx="502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1755648"/>
            <a:ext cx="164592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1755648"/>
            <a:ext cx="1645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0" y="1755648"/>
            <a:ext cx="338328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1755648"/>
            <a:ext cx="338328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Spoofing of Remote Employee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1755648"/>
            <a:ext cx="36576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1755648"/>
            <a:ext cx="365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1755648"/>
            <a:ext cx="36576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1755648"/>
            <a:ext cx="365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1755648"/>
            <a:ext cx="502920" cy="530352"/>
          </a:xfrm>
          <a:prstGeom prst="rect">
            <a:avLst/>
          </a:prstGeom>
          <a:solidFill>
            <a:srgbClr val="E05080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1755648"/>
            <a:ext cx="502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95160" y="1755648"/>
            <a:ext cx="960120" cy="530352"/>
          </a:xfrm>
          <a:prstGeom prst="rect">
            <a:avLst/>
          </a:prstGeom>
          <a:solidFill>
            <a:srgbClr val="E05080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1755648"/>
            <a:ext cx="9601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" y="2322576"/>
            <a:ext cx="502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2322576"/>
            <a:ext cx="502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" y="2322576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2322576"/>
            <a:ext cx="1645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377440" y="2322576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77440" y="2322576"/>
            <a:ext cx="338328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RIPv2 Route Poisoning (internal threat)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60720" y="2322576"/>
            <a:ext cx="36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2322576"/>
            <a:ext cx="365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26480" y="2322576"/>
            <a:ext cx="36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2322576"/>
            <a:ext cx="365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92240" y="2322576"/>
            <a:ext cx="502920" cy="530352"/>
          </a:xfrm>
          <a:prstGeom prst="rect">
            <a:avLst/>
          </a:prstGeom>
          <a:solidFill>
            <a:srgbClr val="E05080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2322576"/>
            <a:ext cx="502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95160" y="2322576"/>
            <a:ext cx="960120" cy="530352"/>
          </a:xfrm>
          <a:prstGeom prst="rect">
            <a:avLst/>
          </a:prstGeom>
          <a:solidFill>
            <a:srgbClr val="E05080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95160" y="2322576"/>
            <a:ext cx="9601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28600" y="2889504"/>
            <a:ext cx="50292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" y="2889504"/>
            <a:ext cx="502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31520" y="2889504"/>
            <a:ext cx="164592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" y="2889504"/>
            <a:ext cx="1645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377440" y="2889504"/>
            <a:ext cx="338328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77440" y="2889504"/>
            <a:ext cx="338328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SYN/HTTP Flood against NGINX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760720" y="2889504"/>
            <a:ext cx="36576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60720" y="2889504"/>
            <a:ext cx="365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26480" y="2889504"/>
            <a:ext cx="36576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26480" y="2889504"/>
            <a:ext cx="365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92240" y="2889504"/>
            <a:ext cx="502920" cy="530352"/>
          </a:xfrm>
          <a:prstGeom prst="rect">
            <a:avLst/>
          </a:prstGeom>
          <a:solidFill>
            <a:srgbClr val="E67E22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92240" y="2889504"/>
            <a:ext cx="502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995160" y="2889504"/>
            <a:ext cx="960120" cy="530352"/>
          </a:xfrm>
          <a:prstGeom prst="rect">
            <a:avLst/>
          </a:prstGeom>
          <a:solidFill>
            <a:srgbClr val="E67E22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95160" y="2889504"/>
            <a:ext cx="9601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28600" y="3456432"/>
            <a:ext cx="502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8600" y="3456432"/>
            <a:ext cx="502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31520" y="3456432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" y="3456432"/>
            <a:ext cx="1645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377440" y="3456432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77440" y="3456432"/>
            <a:ext cx="338328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from compromised server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760720" y="3456432"/>
            <a:ext cx="36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60720" y="3456432"/>
            <a:ext cx="365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126480" y="3456432"/>
            <a:ext cx="36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26480" y="3456432"/>
            <a:ext cx="365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492240" y="3456432"/>
            <a:ext cx="502920" cy="530352"/>
          </a:xfrm>
          <a:prstGeom prst="rect">
            <a:avLst/>
          </a:prstGeom>
          <a:solidFill>
            <a:srgbClr val="E05080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92240" y="3456432"/>
            <a:ext cx="5029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995160" y="3456432"/>
            <a:ext cx="960120" cy="530352"/>
          </a:xfrm>
          <a:prstGeom prst="rect">
            <a:avLst/>
          </a:prstGeom>
          <a:solidFill>
            <a:srgbClr val="E05080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995160" y="3456432"/>
            <a:ext cx="9601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228600" y="48006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(L) and Impact (I) scored 1–5  ·  Risk = L × 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Heatmap — Likelihood ×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" y="86868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" y="152704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" y="2185416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" y="2843784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" y="3502152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unlikely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Unlikely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0352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likely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 rot="16200000">
            <a:off x="-822960" y="18562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0" y="868680"/>
            <a:ext cx="914400" cy="658368"/>
          </a:xfrm>
          <a:prstGeom prst="rect">
            <a:avLst/>
          </a:prstGeom>
          <a:solidFill>
            <a:srgbClr val="5CB8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868680"/>
            <a:ext cx="914400" cy="658368"/>
          </a:xfrm>
          <a:prstGeom prst="rect">
            <a:avLst/>
          </a:prstGeom>
          <a:solidFill>
            <a:srgbClr val="5CB8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868680"/>
            <a:ext cx="914400" cy="658368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8686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868680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8686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868680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1527048"/>
            <a:ext cx="914400" cy="658368"/>
          </a:xfrm>
          <a:prstGeom prst="rect">
            <a:avLst/>
          </a:prstGeom>
          <a:solidFill>
            <a:srgbClr val="5CB8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1527048"/>
            <a:ext cx="914400" cy="658368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1527048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1527048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15270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1527048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2185416"/>
            <a:ext cx="914400" cy="658368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2185416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2185416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2185416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218541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2185416"/>
            <a:ext cx="914400" cy="658368"/>
          </a:xfrm>
          <a:prstGeom prst="rect">
            <a:avLst/>
          </a:prstGeom>
          <a:solidFill>
            <a:srgbClr val="E050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45920" y="2843784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0" y="2843784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0" y="2843784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2843784"/>
            <a:ext cx="914400" cy="658368"/>
          </a:xfrm>
          <a:prstGeom prst="rect">
            <a:avLst/>
          </a:prstGeom>
          <a:solidFill>
            <a:srgbClr val="E050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0" y="2843784"/>
            <a:ext cx="914400" cy="658368"/>
          </a:xfrm>
          <a:prstGeom prst="rect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45920" y="3502152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0" y="3502152"/>
            <a:ext cx="914400" cy="658368"/>
          </a:xfrm>
          <a:prstGeom prst="rect">
            <a:avLst/>
          </a:prstGeom>
          <a:solidFill>
            <a:srgbClr val="F0C0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0" y="3502152"/>
            <a:ext cx="914400" cy="658368"/>
          </a:xfrm>
          <a:prstGeom prst="rect">
            <a:avLst/>
          </a:prstGeom>
          <a:solidFill>
            <a:srgbClr val="E050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89120" y="3502152"/>
            <a:ext cx="914400" cy="658368"/>
          </a:xfrm>
          <a:prstGeom prst="rect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03520" y="3502152"/>
            <a:ext cx="914400" cy="658368"/>
          </a:xfrm>
          <a:prstGeom prst="rect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1005840"/>
            <a:ext cx="256032" cy="25603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1005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1389888"/>
            <a:ext cx="256032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12280" y="1389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92240" y="1773936"/>
            <a:ext cx="256032" cy="256032"/>
          </a:xfrm>
          <a:prstGeom prst="rect">
            <a:avLst/>
          </a:prstGeom>
          <a:solidFill>
            <a:srgbClr val="E05080"/>
          </a:solidFill>
          <a:ln w="12700">
            <a:solidFill>
              <a:srgbClr val="E050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12280" y="1773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92240" y="2157984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12280" y="21579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 — VPN &amp; Firewall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VPN — Site-to-Site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Mitigates A2 — IP Spoofing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Certificate-based mutual auth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Remote Employee can connect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PC cannot authenticate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tunnelled &amp; encrypted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1148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22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Firewall Rules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Mitigates A1 (server access) &amp; A5 (lateral movement)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PC-1 (IT) ✅ can reach servers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PC-2 (HR) ❌ blocked by firewall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traffic ❌ blocked by firewall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❌ cannot initiate to office network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Topology — GNS3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303520" cy="3840480"/>
          </a:xfrm>
          <a:prstGeom prst="rect">
            <a:avLst/>
          </a:prstGeom>
          <a:solidFill>
            <a:srgbClr val="E8EAF0"/>
          </a:solidFill>
          <a:ln w="19050">
            <a:solidFill>
              <a:srgbClr val="7F8C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GNS3 screenshot here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2743200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005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(DMZ)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3017520"/>
            <a:ext cx="274320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RIPv2 on R1-R2-R3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Replace placeholder with your GNS3 screenshot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Test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06240" cy="1234440"/>
          </a:xfrm>
          <a:prstGeom prst="rect">
            <a:avLst/>
          </a:prstGeom>
          <a:solidFill>
            <a:srgbClr val="1A2A5E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411480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9326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Setup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between all nodes (Remote Employee ↔ PC-1/PC-2 ↔ Servers). Wireshark: traffic visible &amp; unencrypted.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206240" cy="1234440"/>
          </a:xfrm>
          <a:prstGeom prst="rect">
            <a:avLst/>
          </a:prstGeom>
          <a:solidFill>
            <a:srgbClr val="1A2A5E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12848"/>
            <a:ext cx="411480" cy="1234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12848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3042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— Remote Employee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Employee connects via VPN → can reach PC-1 and PC-2.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4206240" cy="1234440"/>
          </a:xfrm>
          <a:prstGeom prst="rect">
            <a:avLst/>
          </a:prstGeom>
          <a:solidFill>
            <a:srgbClr val="1A2A5E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84448"/>
            <a:ext cx="41148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84448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675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— Malicious PC blocked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PC cannot authenticate to VPN → no access to office network.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841248"/>
            <a:ext cx="4206240" cy="1234440"/>
          </a:xfrm>
          <a:prstGeom prst="rect">
            <a:avLst/>
          </a:prstGeom>
          <a:solidFill>
            <a:srgbClr val="1A2A5E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41248"/>
            <a:ext cx="411480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41248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9326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— PC-1 → Servers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2801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PC-1 (IT Dept.) successfully reaches Server-1 and Server-2.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206240" cy="1234440"/>
          </a:xfrm>
          <a:prstGeom prst="rect">
            <a:avLst/>
          </a:prstGeom>
          <a:solidFill>
            <a:srgbClr val="1A2A5E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12848"/>
            <a:ext cx="41148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12848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3042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— PC-2 blocked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651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PC-2 (HR Dept.) cannot reach servers — firewall drops the traffic.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206240" cy="1234440"/>
          </a:xfrm>
          <a:prstGeom prst="rect">
            <a:avLst/>
          </a:prstGeom>
          <a:solidFill>
            <a:srgbClr val="1A2A5E"/>
          </a:solidFill>
          <a:ln w="25400">
            <a:solidFill>
              <a:srgbClr val="E05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84448"/>
            <a:ext cx="411480" cy="1234440"/>
          </a:xfrm>
          <a:prstGeom prst="rect">
            <a:avLst/>
          </a:prstGeom>
          <a:solidFill>
            <a:srgbClr val="E05080"/>
          </a:solidFill>
          <a:ln w="12700">
            <a:solidFill>
              <a:srgbClr val="E05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584448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3675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— Server → Office blocked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0233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cannot initiate connection to PC-1/PC-2 — prevents lateral movement.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 — Milestone 1</dc:title>
  <dc:subject>PptxGenJS Presentation</dc:subject>
  <dc:creator>PptxGenJS</dc:creator>
  <cp:lastModifiedBy>PptxGenJS</cp:lastModifiedBy>
  <cp:revision>1</cp:revision>
  <dcterms:created xsi:type="dcterms:W3CDTF">2026-03-26T22:26:49Z</dcterms:created>
  <dcterms:modified xsi:type="dcterms:W3CDTF">2026-03-26T22:26:49Z</dcterms:modified>
</cp:coreProperties>
</file>